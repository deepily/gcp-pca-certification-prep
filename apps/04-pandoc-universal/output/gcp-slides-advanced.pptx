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GCP</a:t>
            </a:r>
            <a:r>
              <a:rPr/>
              <a:t> </a:t>
            </a:r>
            <a:r>
              <a:rPr/>
              <a:t>Cloud</a:t>
            </a:r>
            <a:r>
              <a:rPr/>
              <a:t> </a:t>
            </a:r>
            <a:r>
              <a:rPr/>
              <a:t>Architect</a:t>
            </a:r>
            <a:r>
              <a:rPr/>
              <a:t> </a:t>
            </a:r>
            <a:r>
              <a:rPr/>
              <a:t>Certification</a:t>
            </a:r>
            <a:r>
              <a:rPr/>
              <a:t> </a:t>
            </a:r>
            <a:r>
              <a:rPr/>
              <a:t>Prep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Towards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Sustainable</a:t>
            </a:r>
            <a:r>
              <a:rPr/>
              <a:t> </a:t>
            </a:r>
            <a:r>
              <a:rPr/>
              <a:t>Approach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Who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Love</a:t>
            </a:r>
            <a:r>
              <a:rPr/>
              <a:t> </a:t>
            </a:r>
            <a:r>
              <a:rPr/>
              <a:t>Studying</a:t>
            </a:r>
            <a:r>
              <a:rPr/>
              <a:t> </a:t>
            </a:r>
            <a:r>
              <a:rPr/>
              <a:t>Evenings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Weekends?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$100 bet: nobody does</a:t>
            </a:r>
          </a:p>
          <a:p>
            <a:pPr lvl="1"/>
            <a:r>
              <a:rPr/>
              <a:t>“Negative affect engenders negative learning outcomes”</a:t>
            </a:r>
          </a:p>
          <a:p>
            <a:pPr lvl="1"/>
            <a:r>
              <a:rPr/>
              <a:t>PMLE sprint = cognitive nightmare</a:t>
            </a:r>
          </a:p>
          <a:p>
            <a:pPr lvl="1"/>
            <a:r>
              <a:rPr/>
              <a:t>Never. Again.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Brain</a:t>
            </a:r>
            <a:r>
              <a:rPr/>
              <a:t> </a:t>
            </a:r>
            <a:r>
              <a:rPr/>
              <a:t>Damage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50-60 hour weeks = brain damaged</a:t>
            </a:r>
          </a:p>
          <a:p>
            <a:pPr lvl="1"/>
            <a:r>
              <a:rPr/>
              <a:t>Best capacity: already consumed</a:t>
            </a:r>
          </a:p>
          <a:p>
            <a:pPr lvl="1"/>
            <a:r>
              <a:rPr/>
              <a:t>Need: low friction ingestion</a:t>
            </a:r>
          </a:p>
          <a:p>
            <a:pPr lvl="1"/>
            <a:r>
              <a:rPr/>
              <a:t>Solution: NotebookLM’s breathless duo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Breathless</a:t>
            </a:r>
            <a:r>
              <a:rPr/>
              <a:t> </a:t>
            </a:r>
            <a:r>
              <a:rPr/>
              <a:t>Podcasts</a:t>
            </a:r>
            <a:r>
              <a:rPr/>
              <a:t> </a:t>
            </a:r>
            <a:r>
              <a:rPr/>
              <a:t>vs. Big</a:t>
            </a:r>
            <a:r>
              <a:rPr/>
              <a:t> </a:t>
            </a:r>
            <a:r>
              <a:rPr/>
              <a:t>Faceful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Book: dry, painful, rejected</a:t>
            </a:r>
          </a:p>
          <a:p>
            <a:pPr lvl="1"/>
            <a:r>
              <a:rPr/>
              <a:t>Podcast: “relentlessly relatable” banter</a:t>
            </a:r>
          </a:p>
          <a:p>
            <a:pPr lvl="1"/>
            <a:r>
              <a:rPr/>
              <a:t>Bike, gym, walks = learning time</a:t>
            </a:r>
          </a:p>
          <a:p>
            <a:pPr lvl="1"/>
            <a:r>
              <a:rPr/>
              <a:t>“Cold water on a hot day”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Golden</a:t>
            </a:r>
            <a:r>
              <a:rPr/>
              <a:t> </a:t>
            </a:r>
            <a:r>
              <a:rPr/>
              <a:t>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Mock the hosts → predict their words</a:t>
            </a:r>
          </a:p>
          <a:p>
            <a:pPr lvl="1"/>
            <a:r>
              <a:rPr/>
              <a:t>Trick yourself into engagement</a:t>
            </a:r>
          </a:p>
          <a:p>
            <a:pPr lvl="1"/>
            <a:r>
              <a:rPr/>
              <a:t>Second listen: answer before them</a:t>
            </a:r>
          </a:p>
          <a:p>
            <a:pPr lvl="1"/>
            <a:r>
              <a:rPr/>
              <a:t>“Ding, ding, ding!”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5: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Cookie</a:t>
            </a:r>
            <a:r>
              <a:rPr/>
              <a:t> </a:t>
            </a:r>
            <a:r>
              <a:rPr/>
              <a:t>Cutter</a:t>
            </a:r>
            <a:r>
              <a:rPr/>
              <a:t> </a:t>
            </a:r>
            <a:r>
              <a:rPr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Digital hammer and chisel</a:t>
            </a:r>
          </a:p>
          <a:p>
            <a:pPr lvl="1"/>
            <a:r>
              <a:rPr/>
              <a:t>Hand-curated plain text (tedious)</a:t>
            </a:r>
          </a:p>
          <a:p>
            <a:pPr lvl="1"/>
            <a:r>
              <a:rPr/>
              <a:t>Wish: could script it</a:t>
            </a:r>
          </a:p>
          <a:p>
            <a:pPr lvl="1"/>
            <a:r>
              <a:rPr/>
              <a:t>Reality: manual grind</a:t>
            </a:r>
          </a:p>
          <a:p>
            <a:pPr lvl="1"/>
            <a:r>
              <a:rPr/>
              <a:t>Baseline: 60% cold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6: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Chapter</a:t>
            </a:r>
            <a:r>
              <a:rPr/>
              <a:t> </a:t>
            </a:r>
            <a:r>
              <a:rPr/>
              <a:t>Grind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Outer loop:</a:t>
            </a:r>
            <a:r>
              <a:rPr/>
              <a:t> All chapters</a:t>
            </a:r>
            <a:br/>
            <a:r>
              <a:rPr b="1"/>
              <a:t>Inner loop:</a:t>
            </a:r>
            <a:r>
              <a:rPr/>
              <a:t> - Scrape → prompt → build - Chapter: 1x - Q&amp;A: 2x active - Exam → wrong answer podcast: 2x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7: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Practice</a:t>
            </a:r>
            <a:r>
              <a:rPr/>
              <a:t> </a:t>
            </a:r>
            <a:r>
              <a:rPr/>
              <a:t>Exam</a:t>
            </a:r>
            <a:r>
              <a:rPr/>
              <a:t> </a:t>
            </a:r>
            <a:r>
              <a:rPr/>
              <a:t>Two-Step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Take exam → screenshot mistakes</a:t>
            </a:r>
          </a:p>
          <a:p>
            <a:pPr lvl="1"/>
            <a:r>
              <a:rPr/>
              <a:t>Build failure podcast</a:t>
            </a:r>
          </a:p>
          <a:p>
            <a:pPr lvl="1"/>
            <a:r>
              <a:rPr/>
              <a:t>Listen 2x actively</a:t>
            </a:r>
          </a:p>
          <a:p>
            <a:pPr lvl="1"/>
            <a:r>
              <a:rPr/>
              <a:t>Retake: 80% → 95%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8:</a:t>
            </a:r>
            <a:r>
              <a:rPr/>
              <a:t> </a:t>
            </a:r>
            <a:r>
              <a:rPr/>
              <a:t>Hastily</a:t>
            </a:r>
            <a:r>
              <a:rPr/>
              <a:t> </a:t>
            </a:r>
            <a:r>
              <a:rPr/>
              <a:t>vs. Leisurely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Round 1: 2 months of pain</a:t>
            </a:r>
          </a:p>
          <a:p>
            <a:pPr lvl="1"/>
            <a:r>
              <a:rPr/>
              <a:t>Round 2: 4 months, relaxed</a:t>
            </a:r>
          </a:p>
          <a:p>
            <a:pPr lvl="1"/>
            <a:r>
              <a:rPr/>
              <a:t>Difference: “astounding”</a:t>
            </a:r>
          </a:p>
          <a:p>
            <a:pPr lvl="1"/>
            <a:r>
              <a:rPr b="1"/>
              <a:t>“It was easy!”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9: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Learning</a:t>
            </a:r>
            <a:r>
              <a:rPr/>
              <a:t> </a:t>
            </a:r>
            <a:r>
              <a:rPr/>
              <a:t>Equation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F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T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(1/Duress)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Maximize all variables: - Frequency × Intensity × Time - Divided by Duress - Built automaticity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10:</a:t>
            </a:r>
            <a:r>
              <a:rPr/>
              <a:t> </a:t>
            </a:r>
            <a:r>
              <a:rPr/>
              <a:t>Handy</a:t>
            </a:r>
            <a:r>
              <a:rPr/>
              <a:t> </a:t>
            </a:r>
            <a:r>
              <a:rPr/>
              <a:t>Little</a:t>
            </a:r>
            <a:r>
              <a:rPr/>
              <a:t> </a:t>
            </a:r>
            <a:r>
              <a:rPr/>
              <a:t>Hack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Eliminate 2 bad choices</a:t>
            </a:r>
          </a:p>
          <a:p>
            <a:pPr lvl="1"/>
            <a:r>
              <a:rPr/>
              <a:t>Not coin flipping: reasoning</a:t>
            </a:r>
          </a:p>
          <a:p>
            <a:pPr lvl="1"/>
            <a:r>
              <a:rPr/>
              <a:t>Practice elimination Day 1</a:t>
            </a:r>
          </a:p>
          <a:p>
            <a:pPr lvl="1"/>
            <a:r>
              <a:rPr/>
              <a:t>Build cognitive reps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11: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Friday</a:t>
            </a:r>
            <a:r>
              <a:rPr/>
              <a:t> </a:t>
            </a:r>
            <a:r>
              <a:rPr/>
              <a:t>Disaster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 hours sleep</a:t>
            </a:r>
          </a:p>
          <a:p>
            <a:pPr lvl="1"/>
            <a:r>
              <a:rPr/>
              <a:t>“Miserably tired”</a:t>
            </a:r>
          </a:p>
          <a:p>
            <a:pPr lvl="1"/>
            <a:r>
              <a:rPr/>
              <a:t>Struggling to stay awake</a:t>
            </a:r>
          </a:p>
          <a:p>
            <a:pPr lvl="1"/>
            <a:r>
              <a:rPr/>
              <a:t>Automaticity = salvation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12:</a:t>
            </a:r>
            <a:r>
              <a:rPr/>
              <a:t> </a:t>
            </a:r>
            <a:r>
              <a:rPr/>
              <a:t>Distribution</a:t>
            </a:r>
            <a:r>
              <a:rPr/>
              <a:t> </a:t>
            </a:r>
            <a:r>
              <a:rPr/>
              <a:t>Mismatch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Podcasts overemphasized:</a:t>
            </a:r>
            <a:r>
              <a:rPr/>
              <a:t> - Database selection</a:t>
            </a:r>
          </a:p>
          <a:p>
            <a:pPr lvl="0" marL="0" indent="0">
              <a:buNone/>
            </a:pPr>
            <a:r>
              <a:rPr b="1"/>
              <a:t>Exam surprised with:</a:t>
            </a:r>
            <a:r>
              <a:rPr/>
              <a:t> - Kubernetes/GKE clusters - Apigee (never in podcasts!) - Case studies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13:</a:t>
            </a:r>
            <a:r>
              <a:rPr/>
              <a:t> </a:t>
            </a:r>
            <a:r>
              <a:rPr/>
              <a:t>Actionable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Obvious</a:t>
            </a:r>
            <a:r>
              <a:rPr/>
              <a:t> </a:t>
            </a:r>
            <a:r>
              <a:rPr/>
              <a:t>Wisdom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Start</a:t>
            </a:r>
            <a:r>
              <a:rPr/>
              <a:t> </a:t>
            </a:r>
            <a:r>
              <a:rPr/>
              <a:t>now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Practice scenario questions</a:t>
            </a:r>
          </a:p>
          <a:p>
            <a:pPr lvl="1"/>
            <a:r>
              <a:rPr/>
              <a:t>Eliminate 2 first, always</a:t>
            </a:r>
          </a:p>
          <a:p>
            <a:pPr lvl="1"/>
            <a:r>
              <a:rPr/>
              <a:t>Your style + my podcasts</a:t>
            </a:r>
          </a:p>
          <a:p>
            <a:pPr lvl="1"/>
            <a:r>
              <a:rPr/>
              <a:t>“Physically automatic” tasks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14:</a:t>
            </a:r>
            <a:r>
              <a:rPr/>
              <a:t> </a:t>
            </a:r>
            <a:r>
              <a:rPr/>
              <a:t>Mindless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Dishes = learning</a:t>
            </a:r>
          </a:p>
          <a:p>
            <a:pPr lvl="1"/>
            <a:r>
              <a:rPr/>
              <a:t>Laundry = certification</a:t>
            </a:r>
            <a:br/>
          </a:p>
          <a:p>
            <a:pPr lvl="1"/>
            <a:r>
              <a:rPr/>
              <a:t>Cleaning = cloud architecture</a:t>
            </a:r>
          </a:p>
          <a:p>
            <a:pPr lvl="1"/>
            <a:r>
              <a:rPr/>
              <a:t>Commute = cognitive reps</a:t>
            </a:r>
          </a:p>
          <a:p>
            <a:pPr lvl="1"/>
            <a:r>
              <a:rPr/>
              <a:t>“Getting other things done”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15: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Words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Get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good</a:t>
            </a:r>
            <a:r>
              <a:rPr/>
              <a:t> </a:t>
            </a:r>
            <a:r>
              <a:rPr/>
              <a:t>night’s</a:t>
            </a:r>
            <a:r>
              <a:rPr/>
              <a:t> </a:t>
            </a:r>
            <a:r>
              <a:rPr/>
              <a:t>sleep!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Unlike my exam day</a:t>
            </a:r>
          </a:p>
          <a:p>
            <a:pPr lvl="0" marL="0" indent="0">
              <a:buNone/>
            </a:pPr>
            <a:r>
              <a:rPr b="1"/>
              <a:t>Question:</a:t>
            </a:r>
            <a:r>
              <a:rPr/>
              <a:t> What’s your certification horror story?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2025-09-25T02:58:07Z</dcterms:created>
  <dcterms:modified xsi:type="dcterms:W3CDTF">2025-09-25T02:58:07Z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