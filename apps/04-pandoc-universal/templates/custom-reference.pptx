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3" autoAdjust="0"/>
    <p:restoredTop sz="94711" autoAdjust="0"/>
  </p:normalViewPr>
  <p:slideViewPr>
    <p:cSldViewPr snapToGrid="0" snapToObjects="1">
      <p:cViewPr varScale="1">
        <p:scale>
          <a:sx n="84" d="100"/>
          <a:sy n="84" d="100"/>
        </p:scale>
        <p:origin x="127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Here</a:t>
            </a:r>
            <a:r>
              <a:rPr lang="en-US" baseline="0" dirty="0" smtClean="0"/>
              <a:t> is a note</a:t>
            </a:r>
          </a:p>
          <a:p>
            <a:endParaRPr lang="en-US" baseline="0" dirty="0" smtClean="0"/>
          </a:p>
          <a:p>
            <a:r>
              <a:rPr lang="en-US" baseline="0" dirty="0" smtClean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r>
              <a:rPr lang="en-US" baseline="0" dirty="0" smtClean="0"/>
              <a:t> speaker note on </a:t>
            </a:r>
            <a:r>
              <a:rPr lang="en-US" baseline="0" smtClean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wrap="square"/>
          <a:lstStyle/>
          <a:p>
            <a:pPr>
              <a:defRPr>
                <a:latin typeface="Helvetica Neue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wrap="square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>
                <a:latin typeface="Helvetica Neue"/>
              </a:defRPr>
            </a:pPr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>
              <a:defRPr>
                <a:latin typeface="Helvetica Neue"/>
              </a:defRPr>
            </a:pPr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/>
          <a:p>
            <a:pPr>
              <a:defRPr>
                <a:latin typeface="Helvetica Neue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>
              <a:defRPr>
                <a:latin typeface="Helvetica Neue"/>
              </a:defRPr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>
                <a:latin typeface="Helvetica Neue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0">
              <a:defRPr>
                <a:latin typeface="Helvetica Neue"/>
              </a:defRPr>
            </a:pPr>
            <a:r>
              <a:rPr lang="en-US" smtClean="0"/>
              <a:t>Click to edit Master text styles</a:t>
            </a:r>
          </a:p>
          <a:p>
            <a:pPr lvl="1">
              <a:defRPr>
                <a:latin typeface="Helvetica Neue"/>
              </a:defRPr>
            </a:pPr>
            <a:r>
              <a:rPr lang="en-US" smtClean="0"/>
              <a:t>Second level</a:t>
            </a:r>
          </a:p>
          <a:p>
            <a:pPr lvl="2">
              <a:defRPr>
                <a:latin typeface="Helvetica Neue"/>
              </a:defRPr>
            </a:pPr>
            <a:r>
              <a:rPr lang="en-US" smtClean="0"/>
              <a:t>Third level</a:t>
            </a:r>
          </a:p>
          <a:p>
            <a:pPr lvl="3">
              <a:defRPr>
                <a:latin typeface="Helvetica Neue"/>
              </a:defRPr>
            </a:pPr>
            <a:r>
              <a:rPr lang="en-US" smtClean="0"/>
              <a:t>Fourth level</a:t>
            </a:r>
          </a:p>
          <a:p>
            <a:pPr lvl="4">
              <a:defRPr>
                <a:latin typeface="Helvetica Neue"/>
              </a:defRPr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>
              <a:defRPr>
                <a:latin typeface="Helvetica Neue"/>
              </a:defRPr>
            </a:pPr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/>
          <a:p>
            <a:pPr>
              <a:defRPr>
                <a:latin typeface="Helvetica Neue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>
              <a:defRPr>
                <a:latin typeface="Helvetica Neue"/>
              </a:defRPr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 wrap="square"/>
          <a:lstStyle>
            <a:lvl1pPr algn="l">
              <a:defRPr sz="4000" b="1" cap="all"/>
            </a:lvl1pPr>
          </a:lstStyle>
          <a:p>
            <a:pPr>
              <a:defRPr>
                <a:latin typeface="Helvetica Neue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 wrap="square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>
                <a:latin typeface="Helvetica Neue"/>
              </a:defRPr>
            </a:pPr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>
              <a:defRPr>
                <a:latin typeface="Helvetica Neue"/>
              </a:defRPr>
            </a:pPr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/>
          <a:p>
            <a:pPr>
              <a:defRPr>
                <a:latin typeface="Helvetica Neue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>
              <a:defRPr>
                <a:latin typeface="Helvetica Neue"/>
              </a:defRPr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>
                <a:latin typeface="Helvetica Neue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 wrap="square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>
                <a:latin typeface="Helvetica Neue"/>
              </a:defRPr>
            </a:pPr>
            <a:r>
              <a:rPr lang="en-US" smtClean="0"/>
              <a:t>Click to edit Master text styles</a:t>
            </a:r>
          </a:p>
          <a:p>
            <a:pPr lvl="1">
              <a:defRPr>
                <a:latin typeface="Helvetica Neue"/>
              </a:defRPr>
            </a:pPr>
            <a:r>
              <a:rPr lang="en-US" smtClean="0"/>
              <a:t>Second level</a:t>
            </a:r>
          </a:p>
          <a:p>
            <a:pPr lvl="2">
              <a:defRPr>
                <a:latin typeface="Helvetica Neue"/>
              </a:defRPr>
            </a:pPr>
            <a:r>
              <a:rPr lang="en-US" smtClean="0"/>
              <a:t>Third level</a:t>
            </a:r>
          </a:p>
          <a:p>
            <a:pPr lvl="3">
              <a:defRPr>
                <a:latin typeface="Helvetica Neue"/>
              </a:defRPr>
            </a:pPr>
            <a:r>
              <a:rPr lang="en-US" smtClean="0"/>
              <a:t>Fourth level</a:t>
            </a:r>
          </a:p>
          <a:p>
            <a:pPr lvl="4">
              <a:defRPr>
                <a:latin typeface="Helvetica Neue"/>
              </a:defRPr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 wrap="square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>
                <a:latin typeface="Helvetica Neue"/>
              </a:defRPr>
            </a:pPr>
            <a:r>
              <a:rPr lang="en-US" smtClean="0"/>
              <a:t>Click to edit Master text styles</a:t>
            </a:r>
          </a:p>
          <a:p>
            <a:pPr lvl="1">
              <a:defRPr>
                <a:latin typeface="Helvetica Neue"/>
              </a:defRPr>
            </a:pPr>
            <a:r>
              <a:rPr lang="en-US" smtClean="0"/>
              <a:t>Second level</a:t>
            </a:r>
          </a:p>
          <a:p>
            <a:pPr lvl="2">
              <a:defRPr>
                <a:latin typeface="Helvetica Neue"/>
              </a:defRPr>
            </a:pPr>
            <a:r>
              <a:rPr lang="en-US" smtClean="0"/>
              <a:t>Third level</a:t>
            </a:r>
          </a:p>
          <a:p>
            <a:pPr lvl="3">
              <a:defRPr>
                <a:latin typeface="Helvetica Neue"/>
              </a:defRPr>
            </a:pPr>
            <a:r>
              <a:rPr lang="en-US" smtClean="0"/>
              <a:t>Fourth level</a:t>
            </a:r>
          </a:p>
          <a:p>
            <a:pPr lvl="4">
              <a:defRPr>
                <a:latin typeface="Helvetica Neue"/>
              </a:defRPr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>
              <a:defRPr>
                <a:latin typeface="Helvetica Neue"/>
              </a:defRPr>
            </a:pPr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/>
          <a:p>
            <a:pPr>
              <a:defRPr>
                <a:latin typeface="Helvetica Neue"/>
              </a:defRPr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>
              <a:defRPr>
                <a:latin typeface="Helvetica Neue"/>
              </a:defRPr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>
            <a:lvl1pPr>
              <a:defRPr/>
            </a:lvl1pPr>
          </a:lstStyle>
          <a:p>
            <a:pPr>
              <a:defRPr>
                <a:latin typeface="Helvetica Neue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 wrap="square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>
                <a:latin typeface="Helvetica Neue"/>
              </a:defRPr>
            </a:pPr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 wrap="square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>
                <a:latin typeface="Helvetica Neue"/>
              </a:defRPr>
            </a:pPr>
            <a:r>
              <a:rPr lang="en-US" smtClean="0"/>
              <a:t>Click to edit Master text styles</a:t>
            </a:r>
          </a:p>
          <a:p>
            <a:pPr lvl="1">
              <a:defRPr>
                <a:latin typeface="Helvetica Neue"/>
              </a:defRPr>
            </a:pPr>
            <a:r>
              <a:rPr lang="en-US" smtClean="0"/>
              <a:t>Second level</a:t>
            </a:r>
          </a:p>
          <a:p>
            <a:pPr lvl="2">
              <a:defRPr>
                <a:latin typeface="Helvetica Neue"/>
              </a:defRPr>
            </a:pPr>
            <a:r>
              <a:rPr lang="en-US" smtClean="0"/>
              <a:t>Third level</a:t>
            </a:r>
          </a:p>
          <a:p>
            <a:pPr lvl="3">
              <a:defRPr>
                <a:latin typeface="Helvetica Neue"/>
              </a:defRPr>
            </a:pPr>
            <a:r>
              <a:rPr lang="en-US" smtClean="0"/>
              <a:t>Fourth level</a:t>
            </a:r>
          </a:p>
          <a:p>
            <a:pPr lvl="4">
              <a:defRPr>
                <a:latin typeface="Helvetica Neue"/>
              </a:defRPr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 wrap="square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>
                <a:latin typeface="Helvetica Neue"/>
              </a:defRPr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 wrap="square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>
                <a:latin typeface="Helvetica Neue"/>
              </a:defRPr>
            </a:pPr>
            <a:r>
              <a:rPr lang="en-US" smtClean="0"/>
              <a:t>Click to edit Master text styles</a:t>
            </a:r>
          </a:p>
          <a:p>
            <a:pPr lvl="1">
              <a:defRPr>
                <a:latin typeface="Helvetica Neue"/>
              </a:defRPr>
            </a:pPr>
            <a:r>
              <a:rPr lang="en-US" smtClean="0"/>
              <a:t>Second level</a:t>
            </a:r>
          </a:p>
          <a:p>
            <a:pPr lvl="2">
              <a:defRPr>
                <a:latin typeface="Helvetica Neue"/>
              </a:defRPr>
            </a:pPr>
            <a:r>
              <a:rPr lang="en-US" smtClean="0"/>
              <a:t>Third level</a:t>
            </a:r>
          </a:p>
          <a:p>
            <a:pPr lvl="3">
              <a:defRPr>
                <a:latin typeface="Helvetica Neue"/>
              </a:defRPr>
            </a:pPr>
            <a:r>
              <a:rPr lang="en-US" smtClean="0"/>
              <a:t>Fourth level</a:t>
            </a:r>
          </a:p>
          <a:p>
            <a:pPr lvl="4">
              <a:defRPr>
                <a:latin typeface="Helvetica Neue"/>
              </a:defRPr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>
              <a:defRPr>
                <a:latin typeface="Helvetica Neue"/>
              </a:defRPr>
            </a:pPr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/>
          <a:p>
            <a:pPr>
              <a:defRPr>
                <a:latin typeface="Helvetica Neue"/>
              </a:defRPr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>
              <a:defRPr>
                <a:latin typeface="Helvetica Neue"/>
              </a:defRPr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>
                <a:latin typeface="Helvetica Neue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>
              <a:defRPr>
                <a:latin typeface="Helvetica Neue"/>
              </a:defRPr>
            </a:pPr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/>
          <a:p>
            <a:pPr>
              <a:defRPr>
                <a:latin typeface="Helvetica Neue"/>
              </a:defRPr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>
              <a:defRPr>
                <a:latin typeface="Helvetica Neue"/>
              </a:defRPr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>
              <a:defRPr>
                <a:latin typeface="Helvetica Neue"/>
              </a:defRPr>
            </a:pPr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/>
          <a:p>
            <a:pPr>
              <a:defRPr>
                <a:latin typeface="Helvetica Neue"/>
              </a:defRPr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>
              <a:defRPr>
                <a:latin typeface="Helvetica Neue"/>
              </a:defRPr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 wrap="square"/>
          <a:lstStyle>
            <a:lvl1pPr algn="l">
              <a:defRPr sz="2000" b="1"/>
            </a:lvl1pPr>
          </a:lstStyle>
          <a:p>
            <a:pPr>
              <a:defRPr>
                <a:latin typeface="Helvetica Neue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 wrap="square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>
                <a:latin typeface="Helvetica Neue"/>
              </a:defRPr>
            </a:pPr>
            <a:r>
              <a:rPr lang="en-US" smtClean="0"/>
              <a:t>Click to edit Master text styles</a:t>
            </a:r>
          </a:p>
          <a:p>
            <a:pPr lvl="1">
              <a:defRPr>
                <a:latin typeface="Helvetica Neue"/>
              </a:defRPr>
            </a:pPr>
            <a:r>
              <a:rPr lang="en-US" smtClean="0"/>
              <a:t>Second level</a:t>
            </a:r>
          </a:p>
          <a:p>
            <a:pPr lvl="2">
              <a:defRPr>
                <a:latin typeface="Helvetica Neue"/>
              </a:defRPr>
            </a:pPr>
            <a:r>
              <a:rPr lang="en-US" smtClean="0"/>
              <a:t>Third level</a:t>
            </a:r>
          </a:p>
          <a:p>
            <a:pPr lvl="3">
              <a:defRPr>
                <a:latin typeface="Helvetica Neue"/>
              </a:defRPr>
            </a:pPr>
            <a:r>
              <a:rPr lang="en-US" smtClean="0"/>
              <a:t>Fourth level</a:t>
            </a:r>
          </a:p>
          <a:p>
            <a:pPr lvl="4">
              <a:defRPr>
                <a:latin typeface="Helvetica Neue"/>
              </a:defRPr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 wrap="square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>
                <a:latin typeface="Helvetica Neue"/>
              </a:defRPr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>
              <a:defRPr>
                <a:latin typeface="Helvetica Neue"/>
              </a:defRPr>
            </a:pPr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/>
          <a:p>
            <a:pPr>
              <a:defRPr>
                <a:latin typeface="Helvetica Neue"/>
              </a:defRPr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>
              <a:defRPr>
                <a:latin typeface="Helvetica Neue"/>
              </a:defRPr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 wrap="square"/>
          <a:lstStyle>
            <a:lvl1pPr algn="l">
              <a:defRPr sz="2000" b="1"/>
            </a:lvl1pPr>
          </a:lstStyle>
          <a:p>
            <a:pPr>
              <a:defRPr>
                <a:latin typeface="Helvetica Neue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wrap="square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>
                <a:latin typeface="Helvetica Neue"/>
              </a:defRPr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 wrap="square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>
                <a:latin typeface="Helvetica Neue"/>
              </a:defRPr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>
              <a:defRPr>
                <a:latin typeface="Helvetica Neue"/>
              </a:defRPr>
            </a:pPr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/>
          <a:p>
            <a:pPr>
              <a:defRPr>
                <a:latin typeface="Helvetica Neue"/>
              </a:defRPr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>
              <a:defRPr>
                <a:latin typeface="Helvetica Neue"/>
              </a:defRPr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>
                <a:latin typeface="Helvetica Neue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wrap="square"/>
          <a:lstStyle/>
          <a:p>
            <a:pPr lvl="0">
              <a:defRPr>
                <a:latin typeface="Helvetica Neue"/>
              </a:defRPr>
            </a:pPr>
            <a:r>
              <a:rPr lang="en-US" smtClean="0"/>
              <a:t>Click to edit Master text styles</a:t>
            </a:r>
          </a:p>
          <a:p>
            <a:pPr lvl="1">
              <a:defRPr>
                <a:latin typeface="Helvetica Neue"/>
              </a:defRPr>
            </a:pPr>
            <a:r>
              <a:rPr lang="en-US" smtClean="0"/>
              <a:t>Second level</a:t>
            </a:r>
          </a:p>
          <a:p>
            <a:pPr lvl="2">
              <a:defRPr>
                <a:latin typeface="Helvetica Neue"/>
              </a:defRPr>
            </a:pPr>
            <a:r>
              <a:rPr lang="en-US" smtClean="0"/>
              <a:t>Third level</a:t>
            </a:r>
          </a:p>
          <a:p>
            <a:pPr lvl="3">
              <a:defRPr>
                <a:latin typeface="Helvetica Neue"/>
              </a:defRPr>
            </a:pPr>
            <a:r>
              <a:rPr lang="en-US" smtClean="0"/>
              <a:t>Fourth level</a:t>
            </a:r>
          </a:p>
          <a:p>
            <a:pPr lvl="4">
              <a:defRPr>
                <a:latin typeface="Helvetica Neue"/>
              </a:defRPr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>
              <a:defRPr>
                <a:latin typeface="Helvetica Neue"/>
              </a:defRPr>
            </a:pPr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/>
          <a:p>
            <a:pPr>
              <a:defRPr>
                <a:latin typeface="Helvetica Neue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>
              <a:defRPr>
                <a:latin typeface="Helvetica Neue"/>
              </a:defRPr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 wrap="square"/>
          <a:lstStyle/>
          <a:p>
            <a:pPr>
              <a:defRPr>
                <a:latin typeface="Helvetica Neue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 wrap="square"/>
          <a:lstStyle/>
          <a:p>
            <a:pPr lvl="0">
              <a:defRPr>
                <a:latin typeface="Helvetica Neue"/>
              </a:defRPr>
            </a:pPr>
            <a:r>
              <a:rPr lang="en-US" smtClean="0"/>
              <a:t>Click to edit Master text styles</a:t>
            </a:r>
          </a:p>
          <a:p>
            <a:pPr lvl="1">
              <a:defRPr>
                <a:latin typeface="Helvetica Neue"/>
              </a:defRPr>
            </a:pPr>
            <a:r>
              <a:rPr lang="en-US" smtClean="0"/>
              <a:t>Second level</a:t>
            </a:r>
          </a:p>
          <a:p>
            <a:pPr lvl="2">
              <a:defRPr>
                <a:latin typeface="Helvetica Neue"/>
              </a:defRPr>
            </a:pPr>
            <a:r>
              <a:rPr lang="en-US" smtClean="0"/>
              <a:t>Third level</a:t>
            </a:r>
          </a:p>
          <a:p>
            <a:pPr lvl="3">
              <a:defRPr>
                <a:latin typeface="Helvetica Neue"/>
              </a:defRPr>
            </a:pPr>
            <a:r>
              <a:rPr lang="en-US" smtClean="0"/>
              <a:t>Fourth level</a:t>
            </a:r>
          </a:p>
          <a:p>
            <a:pPr lvl="4">
              <a:defRPr>
                <a:latin typeface="Helvetica Neue"/>
              </a:defRPr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pPr>
              <a:defRPr>
                <a:latin typeface="Helvetica Neue"/>
              </a:defRPr>
            </a:pPr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/>
          <a:p>
            <a:pPr>
              <a:defRPr>
                <a:latin typeface="Helvetica Neue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>
              <a:defRPr>
                <a:latin typeface="Helvetica Neue"/>
              </a:defRPr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>
                <a:latin typeface="Helvetica Neue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>
                <a:latin typeface="Helvetica Neue"/>
              </a:defRPr>
            </a:pPr>
            <a:r>
              <a:rPr lang="en-US" smtClean="0"/>
              <a:t>Click to edit Master text styles</a:t>
            </a:r>
          </a:p>
          <a:p>
            <a:pPr lvl="1">
              <a:defRPr>
                <a:latin typeface="Helvetica Neue"/>
              </a:defRPr>
            </a:pPr>
            <a:r>
              <a:rPr lang="en-US" smtClean="0"/>
              <a:t>Second level</a:t>
            </a:r>
          </a:p>
          <a:p>
            <a:pPr lvl="2">
              <a:defRPr>
                <a:latin typeface="Helvetica Neue"/>
              </a:defRPr>
            </a:pPr>
            <a:r>
              <a:rPr lang="en-US" smtClean="0"/>
              <a:t>Third level</a:t>
            </a:r>
          </a:p>
          <a:p>
            <a:pPr lvl="3">
              <a:defRPr>
                <a:latin typeface="Helvetica Neue"/>
              </a:defRPr>
            </a:pPr>
            <a:r>
              <a:rPr lang="en-US" smtClean="0"/>
              <a:t>Fourth level</a:t>
            </a:r>
          </a:p>
          <a:p>
            <a:pPr lvl="4">
              <a:defRPr>
                <a:latin typeface="Helvetica Neue"/>
              </a:defRPr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>
                <a:latin typeface="Helvetica Neue"/>
              </a:defRPr>
            </a:pPr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>
                <a:latin typeface="Helvetica Neue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>
                <a:latin typeface="Helvetica Neue"/>
              </a:defRPr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Presentation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Presentation Subtitle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Hello</a:t>
            </a:r>
            <a:r>
              <a:rPr lang="en-US" smtClean="0"/>
              <a:t>, world.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Section header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Some explanatory 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Slide Title for Two-Content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Some content on </a:t>
            </a:r>
            <a:r>
              <a:rPr lang="en-US" smtClean="0"/>
              <a:t>the left.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Some content on the right.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On-screen Show (4:3)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4</cp:revision>
  <dcterms:created xsi:type="dcterms:W3CDTF">2017-06-05T14:10:58Z</dcterms:created>
  <dcterms:modified xsi:type="dcterms:W3CDTF">2019-04-05T11:11:56Z</dcterms:modified>
</cp:coreProperties>
</file>